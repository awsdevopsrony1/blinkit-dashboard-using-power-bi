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666C9C-ABFD-84BE-3B92-79C065728C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02" y="828676"/>
            <a:ext cx="10587795" cy="573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856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D91262-46F1-BFF7-E830-FD03E7688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4" y="160046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33347" y="8975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</a:p>
        </p:txBody>
      </p:sp>
      <p:pic>
        <p:nvPicPr>
          <p:cNvPr id="2052" name="Picture 4" descr="Power BI - Udemy Business">
            <a:extLst>
              <a:ext uri="{FF2B5EF4-FFF2-40B4-BE49-F238E27FC236}">
                <a16:creationId xmlns:a16="http://schemas.microsoft.com/office/drawing/2014/main" id="{FB538A17-9B30-23BE-0BBF-16B542E6B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FFA33F55-F449-18D2-EADD-4514B595C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4" y="1543096"/>
            <a:ext cx="7896227" cy="4360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 Gathering/ Business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Connection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/ Quality Check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Modeling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DAX Calculations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Lay outing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Charts Development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/ Report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Insights Generation</a:t>
            </a:r>
          </a:p>
        </p:txBody>
      </p:sp>
    </p:spTree>
    <p:extLst>
      <p:ext uri="{BB962C8B-B14F-4D97-AF65-F5344CB8AC3E}">
        <p14:creationId xmlns:p14="http://schemas.microsoft.com/office/powerpoint/2010/main" val="3111226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D91262-46F1-BFF7-E830-FD03E7688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4" y="160046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2052" name="Picture 4" descr="Power BI - Udemy Business">
            <a:extLst>
              <a:ext uri="{FF2B5EF4-FFF2-40B4-BE49-F238E27FC236}">
                <a16:creationId xmlns:a16="http://schemas.microsoft.com/office/drawing/2014/main" id="{FB538A17-9B30-23BE-0BBF-16B542E6B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D91262-46F1-BFF7-E830-FD03E7688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4" y="160046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pic>
        <p:nvPicPr>
          <p:cNvPr id="2052" name="Picture 4" descr="Power BI - Udemy Business">
            <a:extLst>
              <a:ext uri="{FF2B5EF4-FFF2-40B4-BE49-F238E27FC236}">
                <a16:creationId xmlns:a16="http://schemas.microsoft.com/office/drawing/2014/main" id="{FB538A17-9B30-23BE-0BBF-16B542E6B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45" y="2114527"/>
            <a:ext cx="11139524" cy="398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Chart Type: Donut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Bar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Stacked Column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Line Chart.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D91262-46F1-BFF7-E830-FD03E7688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4" y="160046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pic>
        <p:nvPicPr>
          <p:cNvPr id="2052" name="Picture 4" descr="Power BI - Udemy Business">
            <a:extLst>
              <a:ext uri="{FF2B5EF4-FFF2-40B4-BE49-F238E27FC236}">
                <a16:creationId xmlns:a16="http://schemas.microsoft.com/office/drawing/2014/main" id="{FB538A17-9B30-23BE-0BBF-16B542E6B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308322"/>
            <a:ext cx="11353802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5.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Donut/ Pie Chart.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Funnel Map.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Items, Average Rating) 	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Matrix Card.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D91262-46F1-BFF7-E830-FD03E7688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4" y="160046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8EB0EC-B6A5-45A6-CFA7-C2F2F51252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-199519"/>
            <a:ext cx="1247776" cy="1247776"/>
          </a:xfrm>
          <a:prstGeom prst="rect">
            <a:avLst/>
          </a:prstGeom>
        </p:spPr>
      </p:pic>
      <p:pic>
        <p:nvPicPr>
          <p:cNvPr id="2052" name="Picture 4" descr="Power BI - Udemy Business">
            <a:extLst>
              <a:ext uri="{FF2B5EF4-FFF2-40B4-BE49-F238E27FC236}">
                <a16:creationId xmlns:a16="http://schemas.microsoft.com/office/drawing/2014/main" id="{FB538A17-9B30-23BE-0BBF-16B542E6B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D56A6E6-9FEB-E12A-1F6A-8FCBFFF9CF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272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438</Words>
  <Application>Microsoft Office PowerPoint</Application>
  <PresentationFormat>Widescreen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Arial Rounded MT Bold</vt:lpstr>
      <vt:lpstr>Calibri</vt:lpstr>
      <vt:lpstr>Calibri Light</vt:lpstr>
      <vt:lpstr>Segoe UI Black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sourav bhattacharya</cp:lastModifiedBy>
  <cp:revision>11</cp:revision>
  <dcterms:created xsi:type="dcterms:W3CDTF">2024-06-24T12:27:37Z</dcterms:created>
  <dcterms:modified xsi:type="dcterms:W3CDTF">2026-04-18T08:12:38Z</dcterms:modified>
</cp:coreProperties>
</file>